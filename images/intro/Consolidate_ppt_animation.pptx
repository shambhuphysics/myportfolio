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D09AD1F1-33DD-4CB3-8E09-EA2F0053B2E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649080" y="15840"/>
            <a:ext cx="8842680" cy="5669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2026-05-03T16:11:38Z</dcterms:created>
  <dc:creator/>
  <dc:description/>
  <dc:language>en-US</dc:language>
  <cp:lastModifiedBy/>
  <dcterms:modified xsi:type="dcterms:W3CDTF">2026-05-03T16:41:16Z</dcterms:modified>
  <cp:revision>1</cp:revision>
  <dc:subject/>
  <dc:title/>
</cp:coreProperties>
</file>